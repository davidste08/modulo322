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3362" autoAdjust="0"/>
  </p:normalViewPr>
  <p:slideViewPr>
    <p:cSldViewPr snapToGrid="0" snapToObjects="1">
      <p:cViewPr varScale="1">
        <p:scale>
          <a:sx n="123" d="100"/>
          <a:sy n="123" d="100"/>
        </p:scale>
        <p:origin x="12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554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Presentazione dell'app MyAgenda. Iniziare presentandosi e spiegando brevemente di cosa si </a:t>
            </a:r>
            <a:r>
              <a:rPr lang="en-US" dirty="0" err="1"/>
              <a:t>tratta</a:t>
            </a:r>
            <a:r>
              <a:rPr lang="en-US" dirty="0"/>
              <a:t>.</a:t>
            </a:r>
          </a:p>
          <a:p>
            <a:r>
              <a:rPr lang="en-US" dirty="0"/>
              <a:t>David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Breve panoramica dei </a:t>
            </a:r>
            <a:r>
              <a:rPr lang="en-US" dirty="0" err="1"/>
              <a:t>temi</a:t>
            </a:r>
            <a:r>
              <a:rPr lang="en-US" dirty="0"/>
              <a:t> </a:t>
            </a:r>
            <a:r>
              <a:rPr lang="en-US" dirty="0" err="1"/>
              <a:t>trattati</a:t>
            </a:r>
            <a:r>
              <a:rPr lang="en-US" dirty="0"/>
              <a:t>. Non soffermarsi </a:t>
            </a:r>
            <a:r>
              <a:rPr lang="en-US" dirty="0" err="1"/>
              <a:t>troppo</a:t>
            </a:r>
            <a:r>
              <a:rPr lang="en-US" dirty="0"/>
              <a:t>.</a:t>
            </a:r>
          </a:p>
          <a:p>
            <a:r>
              <a:rPr lang="en-US" dirty="0"/>
              <a:t>David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Spiegare il contesto: studente che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tenere</a:t>
            </a:r>
            <a:r>
              <a:rPr lang="en-US" dirty="0"/>
              <a:t> traccia di tutto. MyAgenda è la </a:t>
            </a:r>
            <a:r>
              <a:rPr lang="en-US" dirty="0" err="1"/>
              <a:t>soluzione</a:t>
            </a:r>
            <a:r>
              <a:rPr lang="en-US" dirty="0"/>
              <a:t>.</a:t>
            </a:r>
          </a:p>
          <a:p>
            <a:r>
              <a:rPr lang="en-US" dirty="0"/>
              <a:t>Mateo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Elencare le funzionalità con calma. Sottolineare che ognuna è pensata per lo </a:t>
            </a:r>
            <a:r>
              <a:rPr lang="en-US" dirty="0" err="1"/>
              <a:t>studente</a:t>
            </a:r>
            <a:r>
              <a:rPr lang="en-US" dirty="0"/>
              <a:t>.</a:t>
            </a:r>
          </a:p>
          <a:p>
            <a:r>
              <a:rPr lang="en-US" dirty="0"/>
              <a:t>David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Spiegare perché MAUI: unico codice per 3 piattaforme. Descrivere la separazione Models/Services.</a:t>
            </a:r>
          </a:p>
          <a:p>
            <a:r>
              <a:rPr lang="en-US" dirty="0"/>
              <a:t>Mateo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Spiegare che le password NON vengono mai salvate in chiaro. Il salt rende unico ogni hash.</a:t>
            </a:r>
          </a:p>
          <a:p>
            <a:r>
              <a:rPr lang="en-US" dirty="0"/>
              <a:t>David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che il tema cambia visivamente in tempo reale. DynamicResource è la chiave </a:t>
            </a:r>
            <a:r>
              <a:rPr lang="en-US" dirty="0" err="1"/>
              <a:t>tecnica</a:t>
            </a:r>
            <a:r>
              <a:rPr lang="en-US" dirty="0"/>
              <a:t>.</a:t>
            </a:r>
          </a:p>
          <a:p>
            <a:r>
              <a:rPr lang="en-US" dirty="0"/>
              <a:t>Matteo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Sottolineare che ogni servizio ha una sola responsabilità (SRP). Il codice è più facile da testare e </a:t>
            </a:r>
            <a:r>
              <a:rPr lang="en-US" dirty="0" err="1"/>
              <a:t>mantenere</a:t>
            </a:r>
            <a:r>
              <a:rPr lang="en-US" dirty="0"/>
              <a:t>.</a:t>
            </a:r>
          </a:p>
          <a:p>
            <a:r>
              <a:rPr lang="en-US" dirty="0"/>
              <a:t>Mateo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l'app in diretta se possibile. Altrimenti descrivere ogni </a:t>
            </a:r>
            <a:r>
              <a:rPr lang="en-US" dirty="0" err="1"/>
              <a:t>schermata</a:t>
            </a:r>
            <a:r>
              <a:rPr lang="en-US" dirty="0"/>
              <a:t>.</a:t>
            </a:r>
          </a:p>
          <a:p>
            <a:r>
              <a:rPr lang="en-US" dirty="0"/>
              <a:t>David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Ringraziare la classe e i professori. Aprire alle </a:t>
            </a:r>
            <a:r>
              <a:rPr lang="en-US" dirty="0" err="1"/>
              <a:t>domande</a:t>
            </a:r>
            <a:r>
              <a:rPr lang="en-US" dirty="0"/>
              <a:t>.</a:t>
            </a:r>
          </a:p>
          <a:p>
            <a:r>
              <a:rPr lang="en-US" dirty="0"/>
              <a:t>Matteo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Shape 1"/>
          <p:cNvSpPr/>
          <p:nvPr/>
        </p:nvSpPr>
        <p:spPr>
          <a:xfrm>
            <a:off x="7315200" y="-365760"/>
            <a:ext cx="2743200" cy="2743200"/>
          </a:xfrm>
          <a:prstGeom prst="ellipse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MyAgenda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tua agenda scolastica digitale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429000"/>
            <a:ext cx="1618488" cy="347472"/>
          </a:xfrm>
          <a:prstGeom prst="roundRect">
            <a:avLst>
              <a:gd name="adj" fmla="val 13158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8" name="Text 5"/>
          <p:cNvSpPr/>
          <p:nvPr/>
        </p:nvSpPr>
        <p:spPr>
          <a:xfrm>
            <a:off x="530352" y="34564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MAUI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03120" y="3429000"/>
            <a:ext cx="786384" cy="347472"/>
          </a:xfrm>
          <a:prstGeom prst="roundRect">
            <a:avLst>
              <a:gd name="adj" fmla="val 13158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0" name="Text 7"/>
          <p:cNvSpPr/>
          <p:nvPr/>
        </p:nvSpPr>
        <p:spPr>
          <a:xfrm>
            <a:off x="2176272" y="34564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Stefanovic, Mateo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Zrakic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Matteo Molteni  ·  SAMT Trevano  ·  2025/2026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della presentazione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vedremo oggi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5" name="Shape 3"/>
          <p:cNvSpPr/>
          <p:nvPr/>
        </p:nvSpPr>
        <p:spPr>
          <a:xfrm>
            <a:off x="566928" y="1307592"/>
            <a:ext cx="448056" cy="4480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325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del progetto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9" name="Shape 7"/>
          <p:cNvSpPr/>
          <p:nvPr/>
        </p:nvSpPr>
        <p:spPr>
          <a:xfrm>
            <a:off x="4910328" y="1307592"/>
            <a:ext cx="448056" cy="4480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0" name="Text 8"/>
          <p:cNvSpPr/>
          <p:nvPr/>
        </p:nvSpPr>
        <p:spPr>
          <a:xfrm>
            <a:off x="4910328" y="130759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58968" y="1325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principali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13" name="Shape 11"/>
          <p:cNvSpPr/>
          <p:nvPr/>
        </p:nvSpPr>
        <p:spPr>
          <a:xfrm>
            <a:off x="566928" y="2221992"/>
            <a:ext cx="448056" cy="4480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4" name="Text 12"/>
          <p:cNvSpPr/>
          <p:nvPr/>
        </p:nvSpPr>
        <p:spPr>
          <a:xfrm>
            <a:off x="566928" y="222199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2240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e tecnologie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21031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17" name="Shape 15"/>
          <p:cNvSpPr/>
          <p:nvPr/>
        </p:nvSpPr>
        <p:spPr>
          <a:xfrm>
            <a:off x="4910328" y="2221992"/>
            <a:ext cx="448056" cy="44805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8" name="Text 16"/>
          <p:cNvSpPr/>
          <p:nvPr/>
        </p:nvSpPr>
        <p:spPr>
          <a:xfrm>
            <a:off x="4910328" y="222199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58968" y="2240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21" name="Shape 19"/>
          <p:cNvSpPr/>
          <p:nvPr/>
        </p:nvSpPr>
        <p:spPr>
          <a:xfrm>
            <a:off x="566928" y="3136392"/>
            <a:ext cx="448056" cy="4480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2" name="Text 20"/>
          <p:cNvSpPr/>
          <p:nvPr/>
        </p:nvSpPr>
        <p:spPr>
          <a:xfrm>
            <a:off x="566928" y="313639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154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e design system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0600" y="30175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25" name="Shape 23"/>
          <p:cNvSpPr/>
          <p:nvPr/>
        </p:nvSpPr>
        <p:spPr>
          <a:xfrm>
            <a:off x="4910328" y="3136392"/>
            <a:ext cx="448056" cy="4480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6" name="Text 24"/>
          <p:cNvSpPr/>
          <p:nvPr/>
        </p:nvSpPr>
        <p:spPr>
          <a:xfrm>
            <a:off x="4910328" y="313639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58968" y="3154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del codice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29" name="Shape 27"/>
          <p:cNvSpPr/>
          <p:nvPr/>
        </p:nvSpPr>
        <p:spPr>
          <a:xfrm>
            <a:off x="566928" y="4050792"/>
            <a:ext cx="448056" cy="4480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0" name="Text 28"/>
          <p:cNvSpPr/>
          <p:nvPr/>
        </p:nvSpPr>
        <p:spPr>
          <a:xfrm>
            <a:off x="566928" y="405079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5568" y="40690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 schermate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00600" y="39319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33" name="Shape 31"/>
          <p:cNvSpPr/>
          <p:nvPr/>
        </p:nvSpPr>
        <p:spPr>
          <a:xfrm>
            <a:off x="4910328" y="4050792"/>
            <a:ext cx="448056" cy="44805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4" name="Text 32"/>
          <p:cNvSpPr/>
          <p:nvPr/>
        </p:nvSpPr>
        <p:spPr>
          <a:xfrm>
            <a:off x="4910328" y="405079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58968" y="40690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e sviluppi futuri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del progetto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abbiamo creato MyAgenda?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120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materie, voti, attività e impegni scolastici è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spesso caotico senza uno strumento dedicato.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MyAgenda nasce come agenda scolastica digitale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multipiattaforma (Windows, Android, iOS) pensata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studenti che vogliono organizzarsi meglio.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097280"/>
            <a:ext cx="2880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8" name="Text 6"/>
          <p:cNvSpPr/>
          <p:nvPr/>
        </p:nvSpPr>
        <p:spPr>
          <a:xfrm>
            <a:off x="589788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1234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eventi e attività con un calendario visivo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2286000"/>
            <a:ext cx="2880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11" name="Text 9"/>
          <p:cNvSpPr/>
          <p:nvPr/>
        </p:nvSpPr>
        <p:spPr>
          <a:xfrm>
            <a:off x="589788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Tracciare materie, voti e medie scolastiche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3474720"/>
            <a:ext cx="2880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14" name="Text 12"/>
          <p:cNvSpPr/>
          <p:nvPr/>
        </p:nvSpPr>
        <p:spPr>
          <a:xfrm>
            <a:off x="5897880" y="3675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personale sicuro con profilo personalizzabile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principali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può fare MyAgenda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8013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10312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registrazione con validazione password sicura e hashing SHA-256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9" name="Text 7"/>
          <p:cNvSpPr/>
          <p:nvPr/>
        </p:nvSpPr>
        <p:spPr>
          <a:xfrm>
            <a:off x="344728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47288" y="18013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47288" y="210312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settimanale con eventi, quick-add e navigazione per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13" name="Text 11"/>
          <p:cNvSpPr/>
          <p:nvPr/>
        </p:nvSpPr>
        <p:spPr>
          <a:xfrm>
            <a:off x="632764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27648" y="18013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Materie e voti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210312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di materie per semestre, inserimento voti e calcolo media automatico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17" name="Text 15"/>
          <p:cNvSpPr/>
          <p:nvPr/>
        </p:nvSpPr>
        <p:spPr>
          <a:xfrm>
            <a:off x="566928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6928" y="36301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 account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93192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username e password, tema colori e dimensione testo personalizzabili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21" name="Text 19"/>
          <p:cNvSpPr/>
          <p:nvPr/>
        </p:nvSpPr>
        <p:spPr>
          <a:xfrm>
            <a:off x="3447288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447288" y="36301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47288" y="393192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con prossimi 3 eventi, top 3 materie per media e calendario giornaliero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25" name="Text 23"/>
          <p:cNvSpPr/>
          <p:nvPr/>
        </p:nvSpPr>
        <p:spPr>
          <a:xfrm>
            <a:off x="6327648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27648" y="363016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27648" y="393192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salvati localmente per utente in formato JSON, account in Preferences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e tecnologie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 e struttura del progetto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1E3A5F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5" name="Shape 3"/>
          <p:cNvSpPr/>
          <p:nvPr/>
        </p:nvSpPr>
        <p:spPr>
          <a:xfrm>
            <a:off x="594360" y="1399032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Text 4"/>
          <p:cNvSpPr/>
          <p:nvPr/>
        </p:nvSpPr>
        <p:spPr>
          <a:xfrm>
            <a:off x="1078992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MAUI 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5819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multipiattaforma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1E3A5F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9" name="Shape 7"/>
          <p:cNvSpPr/>
          <p:nvPr/>
        </p:nvSpPr>
        <p:spPr>
          <a:xfrm>
            <a:off x="594360" y="2112264"/>
            <a:ext cx="365760" cy="3657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0" name="Text 8"/>
          <p:cNvSpPr/>
          <p:nvPr/>
        </p:nvSpPr>
        <p:spPr>
          <a:xfrm>
            <a:off x="1078992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12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2295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Linguaggio di programmazione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1E3A5F">
              <a:alpha val="6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3" name="Shape 11"/>
          <p:cNvSpPr/>
          <p:nvPr/>
        </p:nvSpPr>
        <p:spPr>
          <a:xfrm>
            <a:off x="594360" y="2825496"/>
            <a:ext cx="365760" cy="365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4" name="Text 12"/>
          <p:cNvSpPr/>
          <p:nvPr/>
        </p:nvSpPr>
        <p:spPr>
          <a:xfrm>
            <a:off x="1078992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30083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 interfaccia 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1E3A5F">
              <a:alpha val="60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7" name="Shape 15"/>
          <p:cNvSpPr/>
          <p:nvPr/>
        </p:nvSpPr>
        <p:spPr>
          <a:xfrm>
            <a:off x="594360" y="3538728"/>
            <a:ext cx="365760" cy="36576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8" name="Text 16"/>
          <p:cNvSpPr/>
          <p:nvPr/>
        </p:nvSpPr>
        <p:spPr>
          <a:xfrm>
            <a:off x="1078992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7216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Serializzazione dati locali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33088"/>
            <a:ext cx="4114800" cy="594360"/>
          </a:xfrm>
          <a:prstGeom prst="roundRect">
            <a:avLst>
              <a:gd name="adj" fmla="val 10769"/>
            </a:avLst>
          </a:prstGeom>
          <a:solidFill>
            <a:srgbClr val="1E3A5F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1" name="Shape 19"/>
          <p:cNvSpPr/>
          <p:nvPr/>
        </p:nvSpPr>
        <p:spPr>
          <a:xfrm>
            <a:off x="594360" y="4251960"/>
            <a:ext cx="365760" cy="3657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2" name="Text 20"/>
          <p:cNvSpPr/>
          <p:nvPr/>
        </p:nvSpPr>
        <p:spPr>
          <a:xfrm>
            <a:off x="1078992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4434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password con salt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cartelle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1600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MyAgenda/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93792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📁  Models/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58384" y="2240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Models.cs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93792" y="2560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📁  Services/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58384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AuthService.cs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58384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SessionService.cs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58384" y="3520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StorageService.cs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58384" y="3840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ThemeService.cs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193792" y="4160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 *.xaml / *.cs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193792" y="4480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📁  Resources/Styles/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proteggiamo i dati dell'utente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097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password: SHA-256 + Salt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828800" y="1609344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7" name="Text 4"/>
          <p:cNvSpPr/>
          <p:nvPr/>
        </p:nvSpPr>
        <p:spPr>
          <a:xfrm>
            <a:off x="1828800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67712" y="1572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casuale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267712" y="181051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 con RandomNumberGenerator (16 byte) — unico per ogni utente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0" y="2185416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1" name="Text 8"/>
          <p:cNvSpPr/>
          <p:nvPr/>
        </p:nvSpPr>
        <p:spPr>
          <a:xfrm>
            <a:off x="1828800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267712" y="21488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string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267712" y="238658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password viene combinata: salt + password + salt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28800" y="2761488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5" name="Text 12"/>
          <p:cNvSpPr/>
          <p:nvPr/>
        </p:nvSpPr>
        <p:spPr>
          <a:xfrm>
            <a:off x="182880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267712" y="2724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267712" y="2962656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L'intera stringa viene hashata — irreversibile per design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828800" y="333756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9" name="Text 16"/>
          <p:cNvSpPr/>
          <p:nvPr/>
        </p:nvSpPr>
        <p:spPr>
          <a:xfrm>
            <a:off x="1828800" y="3337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267712" y="3300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login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267712" y="3538728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login si ricalcola l'hash e si confronta — mai in chiaro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93192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23" name="Text 20"/>
          <p:cNvSpPr/>
          <p:nvPr/>
        </p:nvSpPr>
        <p:spPr>
          <a:xfrm>
            <a:off x="640080" y="40050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password alla registrazione: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4315968"/>
            <a:ext cx="173736" cy="1737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5" name="Text 22"/>
          <p:cNvSpPr/>
          <p:nvPr/>
        </p:nvSpPr>
        <p:spPr>
          <a:xfrm>
            <a:off x="868680" y="4279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8 caratteri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37560" y="4315968"/>
            <a:ext cx="173736" cy="1737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7" name="Text 24"/>
          <p:cNvSpPr/>
          <p:nvPr/>
        </p:nvSpPr>
        <p:spPr>
          <a:xfrm>
            <a:off x="3566160" y="4279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64 caratteri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35040" y="4315968"/>
            <a:ext cx="173736" cy="1737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9" name="Text 26"/>
          <p:cNvSpPr/>
          <p:nvPr/>
        </p:nvSpPr>
        <p:spPr>
          <a:xfrm>
            <a:off x="6263640" y="4279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maiuscola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4608576"/>
            <a:ext cx="173736" cy="1737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1" name="Text 28"/>
          <p:cNvSpPr/>
          <p:nvPr/>
        </p:nvSpPr>
        <p:spPr>
          <a:xfrm>
            <a:off x="868680" y="4572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minuscola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337560" y="4608576"/>
            <a:ext cx="173736" cy="1737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3" name="Text 30"/>
          <p:cNvSpPr/>
          <p:nvPr/>
        </p:nvSpPr>
        <p:spPr>
          <a:xfrm>
            <a:off x="3566160" y="4572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numero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035040" y="4608576"/>
            <a:ext cx="173736" cy="1737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5" name="Text 32"/>
          <p:cNvSpPr/>
          <p:nvPr/>
        </p:nvSpPr>
        <p:spPr>
          <a:xfrm>
            <a:off x="6263640" y="4572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speciale (!@#...)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e Design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Un'interfaccia coerente, moderna e personalizzabile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temi colore disponibili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6596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it-CH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Predefinito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417320"/>
            <a:ext cx="1965960" cy="731520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CH"/>
          </a:p>
        </p:txBody>
      </p:sp>
      <p:sp>
        <p:nvSpPr>
          <p:cNvPr id="8" name="Text 6"/>
          <p:cNvSpPr/>
          <p:nvPr/>
        </p:nvSpPr>
        <p:spPr>
          <a:xfrm>
            <a:off x="2606040" y="1417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1965960" cy="731520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it-CH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1417320"/>
            <a:ext cx="1965960" cy="731520"/>
          </a:xfrm>
          <a:prstGeom prst="roundRect">
            <a:avLst>
              <a:gd name="adj" fmla="val 125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it-CH"/>
          </a:p>
        </p:txBody>
      </p:sp>
      <p:sp>
        <p:nvSpPr>
          <p:cNvPr id="12" name="Text 10"/>
          <p:cNvSpPr/>
          <p:nvPr/>
        </p:nvSpPr>
        <p:spPr>
          <a:xfrm>
            <a:off x="6903720" y="1417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Tramonto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DynamicResource — aggiornamento in tempo reale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XAML usano DynamicResource invece di StaticResource. Quando l'utente cambia tema o dimensione testo, MAUI aggiorna automaticamente ogni controllo dell'app senza bisogno di riavviare.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dimensioni di testo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18" name="Text 16"/>
          <p:cNvSpPr/>
          <p:nvPr/>
        </p:nvSpPr>
        <p:spPr>
          <a:xfrm>
            <a:off x="59436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251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12pt · Titoli 22pt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3767328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21" name="Text 19"/>
          <p:cNvSpPr/>
          <p:nvPr/>
        </p:nvSpPr>
        <p:spPr>
          <a:xfrm>
            <a:off x="347472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4251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14pt · Titoli 26pt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767328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24" name="Text 22"/>
          <p:cNvSpPr/>
          <p:nvPr/>
        </p:nvSpPr>
        <p:spPr>
          <a:xfrm>
            <a:off x="635508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55080" y="4251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17pt · Titoli 30pt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del codice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Separazione responsabilità e best practice C#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5" name="Shape 3"/>
          <p:cNvSpPr/>
          <p:nvPr/>
        </p:nvSpPr>
        <p:spPr>
          <a:xfrm>
            <a:off x="566928" y="128016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3075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67335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Registrazione, login, cambio username/password con SHA-256 + salt. Ogni operazione è atomica e gestisce casi d'errore.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10" name="Shape 8"/>
          <p:cNvSpPr/>
          <p:nvPr/>
        </p:nvSpPr>
        <p:spPr>
          <a:xfrm>
            <a:off x="3447288" y="128016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1" name="Text 9"/>
          <p:cNvSpPr/>
          <p:nvPr/>
        </p:nvSpPr>
        <p:spPr>
          <a:xfrm>
            <a:off x="3447288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13075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SessionService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167335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l'utente loggato in memoria durante la sessione. Espone Username, IsLoggedIn, Start() e End().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15" name="Shape 13"/>
          <p:cNvSpPr/>
          <p:nvPr/>
        </p:nvSpPr>
        <p:spPr>
          <a:xfrm>
            <a:off x="6327648" y="1280160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6" name="Text 14"/>
          <p:cNvSpPr/>
          <p:nvPr/>
        </p:nvSpPr>
        <p:spPr>
          <a:xfrm>
            <a:off x="6327648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13075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7648" y="167335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 punto di accesso ai file JSON. Salva e carica dati tipizzati con gestione errori centralizzata.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20" name="Shape 18"/>
          <p:cNvSpPr/>
          <p:nvPr/>
        </p:nvSpPr>
        <p:spPr>
          <a:xfrm>
            <a:off x="566928" y="3200400"/>
            <a:ext cx="438912" cy="43891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1" name="Text 19"/>
          <p:cNvSpPr/>
          <p:nvPr/>
        </p:nvSpPr>
        <p:spPr>
          <a:xfrm>
            <a:off x="566928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2278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ThemeService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3593592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 tema colori e dimensione testo a runtime modificando il ResourceDictionary. Persiste in Preferences.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06324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25" name="Shape 23"/>
          <p:cNvSpPr/>
          <p:nvPr/>
        </p:nvSpPr>
        <p:spPr>
          <a:xfrm>
            <a:off x="4681728" y="320040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6" name="Text 24"/>
          <p:cNvSpPr/>
          <p:nvPr/>
        </p:nvSpPr>
        <p:spPr>
          <a:xfrm>
            <a:off x="4681728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32278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PasswordValidator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81728" y="3593592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Centralizza le regole di validazione password. Usato sia in registrazione che nel cambio password.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Schermate dell'app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pagine principali di MyAgenda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08760" cy="26060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254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508760" cy="292608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0233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 con username e password.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21408" y="1325880"/>
            <a:ext cx="1508760" cy="26060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254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10" name="Shape 8"/>
          <p:cNvSpPr/>
          <p:nvPr/>
        </p:nvSpPr>
        <p:spPr>
          <a:xfrm>
            <a:off x="2121408" y="1325880"/>
            <a:ext cx="1508760" cy="292608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1" name="Text 9"/>
          <p:cNvSpPr/>
          <p:nvPr/>
        </p:nvSpPr>
        <p:spPr>
          <a:xfrm>
            <a:off x="2121408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21408" y="2377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75688" y="40233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con eventi, top materie e calendario.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85616" y="1325880"/>
            <a:ext cx="1508760" cy="26060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254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15" name="Shape 13"/>
          <p:cNvSpPr/>
          <p:nvPr/>
        </p:nvSpPr>
        <p:spPr>
          <a:xfrm>
            <a:off x="3785616" y="1325880"/>
            <a:ext cx="1508760" cy="292608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6" name="Text 14"/>
          <p:cNvSpPr/>
          <p:nvPr/>
        </p:nvSpPr>
        <p:spPr>
          <a:xfrm>
            <a:off x="3785616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85616" y="2377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39896" y="40233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settimanale con quick-add.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9824" y="1325880"/>
            <a:ext cx="1508760" cy="26060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254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20" name="Shape 18"/>
          <p:cNvSpPr/>
          <p:nvPr/>
        </p:nvSpPr>
        <p:spPr>
          <a:xfrm>
            <a:off x="5449824" y="1325880"/>
            <a:ext cx="1508760" cy="292608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1" name="Text 19"/>
          <p:cNvSpPr/>
          <p:nvPr/>
        </p:nvSpPr>
        <p:spPr>
          <a:xfrm>
            <a:off x="5449824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9824" y="2377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04104" y="40233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 per semestre, media automatica.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14032" y="1325880"/>
            <a:ext cx="1508760" cy="26060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254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sp>
        <p:nvSpPr>
          <p:cNvPr id="25" name="Shape 23"/>
          <p:cNvSpPr/>
          <p:nvPr/>
        </p:nvSpPr>
        <p:spPr>
          <a:xfrm>
            <a:off x="7114032" y="1325880"/>
            <a:ext cx="1508760" cy="292608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6" name="Text 24"/>
          <p:cNvSpPr/>
          <p:nvPr/>
        </p:nvSpPr>
        <p:spPr>
          <a:xfrm>
            <a:off x="7114032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14032" y="2377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68312" y="40233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Tema, testo e credenziali live.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 multipiattaforma funzionante (Windows, Android, iOS)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990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Autenticazione sicura con SHA-256 e salt casuale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37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Persistenza dati per-utente con JSON + Preferences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768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Design system coerente con DynamicResource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157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Tema colori e dimensione testo personalizzabili in tempo reale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Codice strutturato con servizi separati e responsabilità chiare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97880" y="914400"/>
            <a:ext cx="2971800" cy="3566160"/>
          </a:xfrm>
          <a:prstGeom prst="roundRect">
            <a:avLst>
              <a:gd name="adj" fmla="val 3077"/>
            </a:avLst>
          </a:prstGeom>
          <a:solidFill>
            <a:srgbClr val="1E3A5F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2" name="Text 10"/>
          <p:cNvSpPr/>
          <p:nvPr/>
        </p:nvSpPr>
        <p:spPr>
          <a:xfrm>
            <a:off x="6035040" y="10241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Sviluppi futuri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146304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Notifiche push native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0" y="199339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Sincronizzazione cloud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35040" y="252374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Statistiche e grafici voti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35040" y="305409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Tema scuro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35040" y="358444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Condivisione agenda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878</Words>
  <Application>Microsoft Office PowerPoint</Application>
  <PresentationFormat>Presentazione su schermo (16:9)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MyAgenda — Presentazione</dc:title>
  <dc:subject>PptxGenJS Presentation</dc:subject>
  <dc:creator>David</dc:creator>
  <cp:lastModifiedBy>uzf668@cpt.local</cp:lastModifiedBy>
  <cp:revision>3</cp:revision>
  <dcterms:created xsi:type="dcterms:W3CDTF">2026-06-09T18:59:36Z</dcterms:created>
  <dcterms:modified xsi:type="dcterms:W3CDTF">2026-06-10T10:47:03Z</dcterms:modified>
</cp:coreProperties>
</file>